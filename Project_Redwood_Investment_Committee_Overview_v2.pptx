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TAKE-PRIVATE REVERSE LBO &amp;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UNDERWRITING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Project Redwood - Private Equity Case Study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2212848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28142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Investment Banking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76272" y="2212848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9424" y="2281428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Private Equity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66160" y="2212848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281428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Risk Engine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Core 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the highest price a sponsor can pay while preserving return hurdles, debt capacity and downside protection?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903720" y="658368"/>
            <a:ext cx="45262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3" name="Image 0" descr="/mnt/data/project_redwood_v2/screenshots/ic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731520"/>
            <a:ext cx="4379976" cy="23774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13448" y="3163824"/>
            <a:ext cx="4306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Investment committee snapshot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4251960"/>
            <a:ext cx="73152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8.5x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41248" y="4828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Seller Ask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41248" y="511149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Entry EV / EBITDA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154680" y="4251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54680" y="425196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55848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22.3%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3355848" y="4828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Base-Case Return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355848" y="511149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Gross IRR vs 25.0% hurdle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669280" y="4251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425196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70448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8.0x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5870448" y="4828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Risk-Adjusted Bid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870448" y="511149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&gt;=50% chance of 25% IRR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8183880" y="42519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83880" y="425196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85048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10,000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8385048" y="4828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Risk Engine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385048" y="511149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Synthetic deal paths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deal is a pricing question, not just an LBO output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sponsor should not force the seller ask to work; it should solve what the business can support.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8132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Seller ask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713232" y="17190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8.5x EBITDA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96312" y="1572768"/>
            <a:ext cx="292608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3258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48132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Financing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999232" y="17190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5.0x gross leverage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82312" y="1572768"/>
            <a:ext cx="292608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3258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48132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Operating case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285232" y="17190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5-year FCF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68312" y="1572768"/>
            <a:ext cx="292608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3258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148132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Exit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571232" y="17190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9.5x EBITDA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54312" y="1572768"/>
            <a:ext cx="292608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3258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148132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Sponsor return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57232" y="17190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22.3% IRR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274320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4" name="Image 0" descr="/mnt/data/project_redwood_v2/screenshots/sources_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816352"/>
            <a:ext cx="4974336" cy="2606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95528" y="5477256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Sources &amp; Uses: purchase price, fees, leverage and sponsor equity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172200" y="288036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127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What makes the case stronger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46520" y="3566160"/>
            <a:ext cx="45262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Reverse LBO: </a:t>
            </a:r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solves the maximum entry price consistent with return hurdles.
</a:t>
            </a:r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Hurdle solver: </a:t>
            </a:r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shows what has to improve if the ask is too high.
</a:t>
            </a:r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Probabilistic underwriting: </a:t>
            </a:r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runs 10,000 synthetic paths instead of relying on one base case.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case: attractive MOIC, but the ask misses the IRR hurdle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deterministic model creates a real underwriting debate rather than an automatically attractive LBO.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22.3%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1901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Gross IRR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1854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Below 25.0% sponsor hurdle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73152" cy="1234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490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2.74x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38728" y="1901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Gross MOIC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38728" y="21854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Above 2.5x hurdle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2588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490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2.7x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36208" y="1901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Minimum Coverage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36208" y="21854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Above 2.0x threshold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3252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3258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1490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5.0x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933688" y="1901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Initial Leverage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33688" y="21854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Gross debt / EBITDA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" y="2944368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5" name="Image 0" descr="/mnt/data/project_redwood_v2/screenshots/ic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017520"/>
            <a:ext cx="5111496" cy="2286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95528" y="5358384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Excel IC Summary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263640" y="2944368"/>
            <a:ext cx="51206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8" name="Image 1" descr="/mnt/data/project_redwood_v2/outputs/scenario_ca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3017520"/>
            <a:ext cx="4974336" cy="22860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373368" y="5358384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Downside / Base / Upside returns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Reverse LBO: solve the price before making the bid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model backs into the highest entry multiple supported by the sponsor return hurdle.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43584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project_redwood_v2/outputs/bid_gap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16736"/>
            <a:ext cx="5431536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120640"/>
            <a:ext cx="5358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Ask vs underwritable price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473952" y="1243584"/>
            <a:ext cx="4983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1" descr="/mnt/data/project_redwood_v2/screenshots/hurdle_so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316736"/>
            <a:ext cx="4837176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2971800"/>
            <a:ext cx="4764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Hurdle solver snapshot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473952" y="3566160"/>
            <a:ext cx="4983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48272" y="38130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If paying 8.5x, the sponsor needs one of: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766560" y="41879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9.1% more exit EBITDA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10.4x exit multiple instead of 9.5x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$76.3mm additional debt paydown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underwriting: one base case is not enough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Python layer creates a distribution of deal outcomes and converts risk into bid discipline.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project_redwood_v2/outputs/ir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35024"/>
            <a:ext cx="538581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4956048"/>
            <a:ext cx="5312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Gross IRR distribution across 10,000 paths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473952" y="1261872"/>
            <a:ext cx="49834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1" descr="/mnt/data/project_redwood_v2/outputs/bid_probability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335024"/>
            <a:ext cx="4837176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4956048"/>
            <a:ext cx="4764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Probability of hitting 25% IRR by entry price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85800" y="5440680"/>
            <a:ext cx="3291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5D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32.9%
</a:t>
            </a:r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</a:rPr>
              <a:t>P(IRR &gt;= 25%) at 8.5x
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Only one-third of paths clear hurdle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434840" y="5440680"/>
            <a:ext cx="3108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5D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8.0x
</a:t>
            </a:r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</a:rPr>
              <a:t>Bid ceiling @ 50% probability
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Risk-adjusted price discipline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001000" y="5440680"/>
            <a:ext cx="3154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5D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7.5x
</a:t>
            </a:r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</a:rPr>
              <a:t>Bid ceiling @ 75% probability
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Higher confidence requires lower bid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actually drives returns?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Exit valuation matters, but execution and debt paydown still determine how much of the upside reaches the sponsor.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321808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mnt/data/project_redwood_v2/outputs/exit_multiple_vs_i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5175504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111496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Exit multiple vs realised gross IRR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309360" y="1234440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1" descr="/mnt/data/project_redwood_v2/outputs/driver_sensi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307592"/>
            <a:ext cx="4992624" cy="3749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9088" y="5111496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Rank correlation of drivers with gross IRR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713232" y="56509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Interview angle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13232" y="58704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This is not “we built an LBO and got an IRR”. It is a bid-discipline framework: price, leverage, return hurdle, downside risk and probability of success.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GitHub-ready package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Designed to be reviewed like a small investment committee case study: Excel model, Python risk engine, tests, documentation and visual materials.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10561320" cy="512064"/>
          </a:xfrm>
          <a:prstGeom prst="roundRect">
            <a:avLst>
              <a:gd name="adj" fmla="val 10714"/>
            </a:avLst>
          </a:prstGeom>
          <a:solidFill>
            <a:srgbClr val="183554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Excel 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54680" y="1874520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Take-private model, reverse LBO, hurdle solver, IC summary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450592"/>
            <a:ext cx="10561320" cy="512064"/>
          </a:xfrm>
          <a:prstGeom prst="roundRect">
            <a:avLst>
              <a:gd name="adj" fmla="val 10714"/>
            </a:avLst>
          </a:prstGeom>
          <a:solidFill>
            <a:srgbClr val="183554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877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Python engine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587752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10,000 synthetic paths, correlated deal shocks, risk-adjusted bid curve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163824"/>
            <a:ext cx="10561320" cy="512064"/>
          </a:xfrm>
          <a:prstGeom prst="roundRect">
            <a:avLst>
              <a:gd name="adj" fmla="val 10714"/>
            </a:avLst>
          </a:prstGeom>
          <a:solidFill>
            <a:srgbClr val="183554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009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54680" y="3300984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13 automated checks across returns, debt logic, monotonicity and reproducibility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877056"/>
            <a:ext cx="10561320" cy="512064"/>
          </a:xfrm>
          <a:prstGeom prst="roundRect">
            <a:avLst>
              <a:gd name="adj" fmla="val 10714"/>
            </a:avLst>
          </a:prstGeom>
          <a:solidFill>
            <a:srgbClr val="183554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142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401421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Methodology, interview guide, Mac quickstart and LinkedIn copy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590288"/>
            <a:ext cx="10561320" cy="512064"/>
          </a:xfrm>
          <a:prstGeom prst="roundRect">
            <a:avLst>
              <a:gd name="adj" fmla="val 10714"/>
            </a:avLst>
          </a:prstGeom>
          <a:solidFill>
            <a:srgbClr val="183554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27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Visual assets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54680" y="4727448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Investment committee overview PDF + chart library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724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Recommended LinkedIn project name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59436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Take-Private Reverse LBO &amp; Probabilistic Underwriting | Project Redwood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PROJECT REDWOOD | FICTIONAL EDUCATIONAL CASE STUDY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Project Redwood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Take-Private Reverse LBO &amp; Probabilistic Underwriting - Project Redwood</dc:title>
  <dc:subject>Take-Private Reverse LBO &amp; Probabilistic Underwriting</dc:subject>
  <dc:creator>Diogo Alves</dc:creator>
  <cp:lastModifiedBy>Diogo Alves</cp:lastModifiedBy>
  <cp:revision>1</cp:revision>
  <dcterms:created xsi:type="dcterms:W3CDTF">2026-10-01T19:51:39Z</dcterms:created>
  <dcterms:modified xsi:type="dcterms:W3CDTF">2026-10-01T19:51:39Z</dcterms:modified>
</cp:coreProperties>
</file>